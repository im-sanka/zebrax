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D630-9F4E-B1D4-4996-4D2D1ECC7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C9811-2A0D-CD15-47CB-263FE6460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ED89A-6C3A-93FA-E13D-26C147EB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0C1C-31B0-320E-D6BB-E504600A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6FDDA-5134-BE92-61B6-DB07D04D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7363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6627-7C22-2C5E-D166-358C98F9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F97B9-0DA3-CAA9-387F-98FE1612F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DD075-DA85-7DE6-7DB3-4F068CEF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79DEC-B340-6499-DB5C-70D36C15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B82E7-CBEB-7E37-481A-6B6AF3F5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9875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564A-6650-6E9D-A305-9A4E1C42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9F703-7A9B-824D-B04A-B192FAF20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2F269-7B10-628A-0E0E-A90122B2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4A690-9EBF-F790-D443-2239B0FB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43BC0-843D-9BC5-8646-3F161E45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464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DE55-8845-DA98-6EBC-916E6D5F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E9C1-91C3-B269-7BD2-7AB936C65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AA202-4516-9DEB-11E4-5854AFA71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ED966-5544-04DB-497A-186ADB9D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363D0-D143-6A84-36A9-32B25B60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F7A01-0A26-4834-8FC2-45AC6F2E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70298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EC04-F7D3-4903-6C8A-99552990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E3F32-0D49-D740-7685-A3C6771D4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5DE5F-B8A9-C8D4-B7FA-937A40D63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5496D-53A5-DA96-88F7-5BAE2F9D2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345D1-3D31-14B6-220E-673EF2FB4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4A1A4-4480-F9A5-31B8-D0C86A83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AC2E7-3801-0E52-2FBE-E83DD438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85EBB-771A-DDB4-BEB8-3DEDAC5D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7051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F862-B98C-6DB9-8A57-0CFEE889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64001-383D-CA0F-6E96-DD53D334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499AC-FAA1-B6C4-DC1A-93C37197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B156A-48E1-5012-07F3-CE6F3018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651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6023-7799-E767-561E-E64E22DA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5601E-45E3-74B0-D3A7-81DF0817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4C880-456A-99E0-AF7B-2745965F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2289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B6DF-612D-3992-8504-2057575D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802A-05FC-4D51-3CE9-386503ED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96ED3-6BD3-840D-FD06-B17832528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FF933-B031-019B-AC18-64A8651C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075BB-081D-5265-FA3E-0AA2BFBA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101C9-BD35-27DB-E77C-AA6AA70C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4753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ACDA-438D-2FAC-59B2-B41260CA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10A98-494D-7C84-9C1D-4022A5F71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D6AF9-76D9-928E-595A-03AD3BE22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A57A4-E5D5-F6E3-5A8C-529E7FB3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60ED7-DD51-CE6F-7ADC-EBA175BE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D0320-3C92-454D-966A-06F54FAB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49887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5474-D237-1EA6-725B-A2CEF75D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A1045-DC28-6D75-3D83-C071941B5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4DA45-CB81-184F-6FD7-DA3680ED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27CDC-4175-A6AD-2441-FC361B3D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3F285-E814-E780-9122-251A485A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559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764DA-65A3-83FE-F308-985F8A648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91430-A080-AD94-6E2C-C6035E7AF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C73C0-4600-54EF-36C4-450DC7C5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3A6C-D799-616A-EBB2-9FB6F7B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59A3-A4D7-400B-6639-BD08788A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9035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E1E53-9B7C-4A34-22D0-08F1A1BD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E787-632C-E375-F014-EA8D59BC3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8768-9A55-1764-7D9F-4621C768A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369CE-A649-F842-8CFB-4BB2564222C7}" type="datetimeFigureOut">
              <a:rPr lang="en-SE" smtClean="0"/>
              <a:t>2025-11-21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9F924-248D-F3AA-5B07-55DAD2147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A137-B7F4-F9E4-4614-9D56F6C71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1D059-C8C0-5C42-B02F-2FF86C40D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2635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251F93-413B-E8DF-F714-FA12E9A1E7F3}"/>
              </a:ext>
            </a:extLst>
          </p:cNvPr>
          <p:cNvSpPr/>
          <p:nvPr/>
        </p:nvSpPr>
        <p:spPr>
          <a:xfrm>
            <a:off x="1305147" y="1291869"/>
            <a:ext cx="1286540" cy="8293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400" dirty="0"/>
              <a:t>Research questions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E4537F-1CF2-4A4F-AC26-C39C92AD8F96}"/>
              </a:ext>
            </a:extLst>
          </p:cNvPr>
          <p:cNvSpPr/>
          <p:nvPr/>
        </p:nvSpPr>
        <p:spPr>
          <a:xfrm>
            <a:off x="1289198" y="2472085"/>
            <a:ext cx="1318437" cy="8293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400" dirty="0"/>
              <a:t>Data extraction table template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2600C-5051-7C26-BBD1-8C0177CC6A54}"/>
              </a:ext>
            </a:extLst>
          </p:cNvPr>
          <p:cNvSpPr/>
          <p:nvPr/>
        </p:nvSpPr>
        <p:spPr>
          <a:xfrm>
            <a:off x="3576085" y="749597"/>
            <a:ext cx="6244866" cy="303027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E" sz="1600" dirty="0"/>
              <a:t>Data extraction process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FE8E9-1EFE-2C7B-23FD-4D594D7E1E34}"/>
              </a:ext>
            </a:extLst>
          </p:cNvPr>
          <p:cNvSpPr/>
          <p:nvPr/>
        </p:nvSpPr>
        <p:spPr>
          <a:xfrm>
            <a:off x="3918102" y="1850067"/>
            <a:ext cx="1318437" cy="8293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400" dirty="0">
                <a:solidFill>
                  <a:schemeClr val="tx1"/>
                </a:solidFill>
              </a:rPr>
              <a:t>Sub-agent table template parser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433BC-17FF-92D2-B6CD-7EA8AE10534D}"/>
              </a:ext>
            </a:extLst>
          </p:cNvPr>
          <p:cNvSpPr/>
          <p:nvPr/>
        </p:nvSpPr>
        <p:spPr>
          <a:xfrm>
            <a:off x="7901776" y="1733110"/>
            <a:ext cx="1318437" cy="8293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400" dirty="0">
                <a:solidFill>
                  <a:schemeClr val="tx1"/>
                </a:solidFill>
              </a:rPr>
              <a:t>Sub-agent table filler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0F53D8-6B0E-CB4E-8817-94F92120D15E}"/>
              </a:ext>
            </a:extLst>
          </p:cNvPr>
          <p:cNvSpPr/>
          <p:nvPr/>
        </p:nvSpPr>
        <p:spPr>
          <a:xfrm>
            <a:off x="5909939" y="1318441"/>
            <a:ext cx="1318437" cy="8293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100" dirty="0">
                <a:solidFill>
                  <a:schemeClr val="tx1"/>
                </a:solidFill>
              </a:rPr>
              <a:t>Sub-agent domain knowledge retriever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795B50-81FA-9135-A1BA-5C51C36A8B54}"/>
              </a:ext>
            </a:extLst>
          </p:cNvPr>
          <p:cNvSpPr/>
          <p:nvPr/>
        </p:nvSpPr>
        <p:spPr>
          <a:xfrm>
            <a:off x="5909938" y="2562449"/>
            <a:ext cx="1318437" cy="8293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>
                <a:solidFill>
                  <a:schemeClr val="tx1"/>
                </a:solidFill>
              </a:rPr>
              <a:t>Sub-agent keyword semantic seeker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AC6ED7-E1AC-542F-6E05-798C92A78192}"/>
              </a:ext>
            </a:extLst>
          </p:cNvPr>
          <p:cNvCxnSpPr>
            <a:endCxn id="11" idx="1"/>
          </p:cNvCxnSpPr>
          <p:nvPr/>
        </p:nvCxnSpPr>
        <p:spPr>
          <a:xfrm flipV="1">
            <a:off x="5236539" y="1733111"/>
            <a:ext cx="673400" cy="520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03F07A-2FFF-4D9C-1033-6A4D0FF01E4F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236539" y="2264737"/>
            <a:ext cx="673399" cy="712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74A3BF-81CB-4846-44A0-5B696D599298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7228376" y="1733111"/>
            <a:ext cx="673400" cy="414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E5E572-0E11-D9C9-8D0D-5B7D85C68565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228375" y="2147780"/>
            <a:ext cx="673399" cy="829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B44C5DA-6591-A9EC-C348-398993C42D86}"/>
              </a:ext>
            </a:extLst>
          </p:cNvPr>
          <p:cNvSpPr/>
          <p:nvPr/>
        </p:nvSpPr>
        <p:spPr>
          <a:xfrm>
            <a:off x="10373833" y="1850066"/>
            <a:ext cx="1318437" cy="8293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400" dirty="0"/>
              <a:t>Filled data extraction table</a:t>
            </a:r>
          </a:p>
        </p:txBody>
      </p:sp>
      <p:sp>
        <p:nvSpPr>
          <p:cNvPr id="30" name="Smiley Face 29">
            <a:extLst>
              <a:ext uri="{FF2B5EF4-FFF2-40B4-BE49-F238E27FC236}">
                <a16:creationId xmlns:a16="http://schemas.microsoft.com/office/drawing/2014/main" id="{B8A5D017-71B6-DD1E-CF87-7DD70138E27B}"/>
              </a:ext>
            </a:extLst>
          </p:cNvPr>
          <p:cNvSpPr/>
          <p:nvPr/>
        </p:nvSpPr>
        <p:spPr>
          <a:xfrm>
            <a:off x="217965" y="1969682"/>
            <a:ext cx="563525" cy="568844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 sz="140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381A452-A3F6-C466-313F-F2EF23973605}"/>
              </a:ext>
            </a:extLst>
          </p:cNvPr>
          <p:cNvCxnSpPr>
            <a:stCxn id="8" idx="3"/>
            <a:endCxn id="29" idx="1"/>
          </p:cNvCxnSpPr>
          <p:nvPr/>
        </p:nvCxnSpPr>
        <p:spPr>
          <a:xfrm>
            <a:off x="9820951" y="2264736"/>
            <a:ext cx="5528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B744B0-7906-3CAE-97BA-9E512E252F22}"/>
              </a:ext>
            </a:extLst>
          </p:cNvPr>
          <p:cNvCxnSpPr>
            <a:stCxn id="30" idx="6"/>
            <a:endCxn id="4" idx="1"/>
          </p:cNvCxnSpPr>
          <p:nvPr/>
        </p:nvCxnSpPr>
        <p:spPr>
          <a:xfrm flipV="1">
            <a:off x="781490" y="1706539"/>
            <a:ext cx="523657" cy="54756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C2C679-516F-6D13-CE55-EB54279F967D}"/>
              </a:ext>
            </a:extLst>
          </p:cNvPr>
          <p:cNvCxnSpPr>
            <a:stCxn id="30" idx="6"/>
            <a:endCxn id="7" idx="1"/>
          </p:cNvCxnSpPr>
          <p:nvPr/>
        </p:nvCxnSpPr>
        <p:spPr>
          <a:xfrm>
            <a:off x="781490" y="2254104"/>
            <a:ext cx="507708" cy="632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CB8AD4-E133-B0CD-830A-A49A4D591C78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591687" y="1706539"/>
            <a:ext cx="984398" cy="55819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83596E2-7FBD-1263-7297-96BE40008D75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607635" y="2264736"/>
            <a:ext cx="968450" cy="622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FC775C1-4F5B-B155-4A56-03576F4D276F}"/>
              </a:ext>
            </a:extLst>
          </p:cNvPr>
          <p:cNvSpPr/>
          <p:nvPr/>
        </p:nvSpPr>
        <p:spPr>
          <a:xfrm>
            <a:off x="4085568" y="2604995"/>
            <a:ext cx="1027806" cy="4146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P</a:t>
            </a:r>
            <a:r>
              <a:rPr lang="en-SE" sz="1050" dirty="0"/>
              <a:t>arser tool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2D1BF0E-547E-80A4-B2F2-9D9841014E09}"/>
              </a:ext>
            </a:extLst>
          </p:cNvPr>
          <p:cNvSpPr/>
          <p:nvPr/>
        </p:nvSpPr>
        <p:spPr>
          <a:xfrm>
            <a:off x="6096000" y="3258878"/>
            <a:ext cx="1027806" cy="4146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50" dirty="0" err="1"/>
              <a:t>Semantic</a:t>
            </a:r>
            <a:r>
              <a:rPr lang="sv-SE" sz="1050" dirty="0"/>
              <a:t> </a:t>
            </a:r>
            <a:r>
              <a:rPr lang="sv-SE" sz="1050" dirty="0" err="1"/>
              <a:t>query</a:t>
            </a:r>
            <a:r>
              <a:rPr lang="sv-SE" sz="1050" dirty="0"/>
              <a:t> </a:t>
            </a:r>
            <a:r>
              <a:rPr lang="sv-SE" sz="1050" dirty="0" err="1"/>
              <a:t>tool</a:t>
            </a:r>
            <a:endParaRPr lang="en-SE" sz="1050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B49FC46-DBB2-043B-BDC4-780421E7B0C0}"/>
              </a:ext>
            </a:extLst>
          </p:cNvPr>
          <p:cNvSpPr/>
          <p:nvPr/>
        </p:nvSpPr>
        <p:spPr>
          <a:xfrm>
            <a:off x="6041072" y="1993607"/>
            <a:ext cx="1027806" cy="4146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50" dirty="0" err="1"/>
              <a:t>Wikipedia</a:t>
            </a:r>
            <a:r>
              <a:rPr lang="sv-SE" sz="1050" dirty="0"/>
              <a:t> browser </a:t>
            </a:r>
            <a:r>
              <a:rPr lang="sv-SE" sz="1050" dirty="0" err="1"/>
              <a:t>tool</a:t>
            </a:r>
            <a:endParaRPr lang="en-SE" sz="1050" dirty="0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496DAB1-5D41-3EA7-9772-BE27EB144506}"/>
              </a:ext>
            </a:extLst>
          </p:cNvPr>
          <p:cNvSpPr/>
          <p:nvPr/>
        </p:nvSpPr>
        <p:spPr>
          <a:xfrm>
            <a:off x="8071896" y="2413593"/>
            <a:ext cx="1027806" cy="4146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50" dirty="0"/>
              <a:t>Table filler </a:t>
            </a:r>
            <a:r>
              <a:rPr lang="sv-SE" sz="1050" dirty="0" err="1"/>
              <a:t>tool</a:t>
            </a:r>
            <a:endParaRPr lang="en-SE" sz="10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D71E60-0912-BCC6-0409-B0D8477EDB24}"/>
              </a:ext>
            </a:extLst>
          </p:cNvPr>
          <p:cNvSpPr txBox="1"/>
          <p:nvPr/>
        </p:nvSpPr>
        <p:spPr>
          <a:xfrm>
            <a:off x="108087" y="2604995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51234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Rahmanu Hermawan</dc:creator>
  <cp:lastModifiedBy>Rahmanu Hermawan</cp:lastModifiedBy>
  <cp:revision>1</cp:revision>
  <dcterms:created xsi:type="dcterms:W3CDTF">2025-11-21T19:15:18Z</dcterms:created>
  <dcterms:modified xsi:type="dcterms:W3CDTF">2025-11-21T19:40:34Z</dcterms:modified>
</cp:coreProperties>
</file>